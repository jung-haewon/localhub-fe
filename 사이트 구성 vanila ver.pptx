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60"/>
  </p:normalViewPr>
  <p:slideViewPr>
    <p:cSldViewPr snapToGrid="0">
      <p:cViewPr varScale="1">
        <p:scale>
          <a:sx n="83" d="100"/>
          <a:sy n="83" d="100"/>
        </p:scale>
        <p:origin x="96" y="16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3A35C9-0212-4D6A-8AEA-532D05760C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E87E968-A1DF-4A77-8E55-69E588C9C6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67808F-EF69-4C99-9B82-E39A1F41A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D9977-75FE-47CB-A919-D5BE97635FC5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5FDFC7-DDD4-4F43-B499-F3CC12E81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CB1C7C-27F4-4987-BF2E-C89CF910C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EAD7-B1A5-488C-AC5E-FE96C3294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590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12127-BF9B-4D4A-B4F0-572A1A654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73F1B5-0CC1-4C59-9DAF-275C80888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0171AB-0FC0-40D2-A78E-32F6E11D9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D9977-75FE-47CB-A919-D5BE97635FC5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2C6AD9-EDD7-4222-A8F0-029BF1688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C62008-F77E-4400-89ED-1C87DE1C0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EAD7-B1A5-488C-AC5E-FE96C3294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5164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94210C-36B8-42EC-97D0-57C123A95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A064BB-C20E-47D7-8931-4AC6C977D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B5180-CF46-4D59-91BC-1DE162E6B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D9977-75FE-47CB-A919-D5BE97635FC5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472DF8-8DE9-4536-A429-58FFD4607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CBDBA5-7B91-48A6-9995-10E01BDFE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EAD7-B1A5-488C-AC5E-FE96C3294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491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69F7FC-09C9-4BF2-8AD5-3C722AA56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6797D3-6EBD-44A1-A933-BA971F492C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2F3464-515F-415C-8ECB-62E975FCF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FBD87F-BF7F-4210-AD83-2757306F0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D9977-75FE-47CB-A919-D5BE97635FC5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2AC61F-03BA-4E24-AAE3-5B8B33EC4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849E1B-F68B-4337-8FDB-C4B67CEF9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EAD7-B1A5-488C-AC5E-FE96C3294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490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D2397C-D3F1-4F4C-8BFA-53A6FC776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1E95F6-F1F8-4846-902A-799B4A1C7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649BFB-110A-48F5-9032-BC4C83EA7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FAF12E-CBCF-4046-BA28-A9366C47DA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F4490AC-B3A4-417F-AE2A-EA738B3E49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909AEA3-51D7-4CCE-A214-4169D06C2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D9977-75FE-47CB-A919-D5BE97635FC5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3E5E0CF-2CF6-40A5-A781-578804C50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E393FE-61A4-4059-898D-B93FC28E1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EAD7-B1A5-488C-AC5E-FE96C3294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03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546FF0-8401-480D-A475-F6CF14E4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96B31EE-7ACE-4B9A-93EB-A1145D430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D9977-75FE-47CB-A919-D5BE97635FC5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F59559-69C3-4678-9B14-047820BC0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2AD415-CEA3-4D2A-BC61-5421599C3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EAD7-B1A5-488C-AC5E-FE96C3294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454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1899703-243F-485C-A0FC-A12DF4E7C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D9977-75FE-47CB-A919-D5BE97635FC5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CD23614-0387-49ED-BDE2-CECF629D9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08F3D5-5634-4CD6-9829-192CCBC0A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EAD7-B1A5-488C-AC5E-FE96C3294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3617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E104DC-6E37-4681-8281-22AEAB3A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00FDDC-168E-4C3C-B430-319FF1EA1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1E8114-C001-444E-950F-EF16ED2415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B2CCF2-79C7-41FF-829A-4E9F147F9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D9977-75FE-47CB-A919-D5BE97635FC5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2E24C3-799D-4AD9-8D6D-3C5FE7CB0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456910-6DEF-45A2-84F3-1D98C50CA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EAD7-B1A5-488C-AC5E-FE96C3294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734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7C3646-4579-4352-92B6-E70A34E75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C2BDC54-23E6-43C2-A27B-8A857C63FB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FA344E-C2B0-435C-8515-A6883C980F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4D0AD6-A88F-4A3F-A752-940501A44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D9977-75FE-47CB-A919-D5BE97635FC5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16E439-3315-4660-8F1E-F617DEFFE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3C4892-68BF-421D-8021-825A8650A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EAD7-B1A5-488C-AC5E-FE96C3294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483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4B6FAF-49F2-4BDD-8565-1031ECD90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ACF6E0-3107-4152-A589-85F103807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D10D28-8A21-4136-8E83-F7570FA33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D9977-75FE-47CB-A919-D5BE97635FC5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4A506D-A269-4F00-B0F3-608D8D632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62751F-FE62-48EF-AE36-8E5BFAD6E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EAD7-B1A5-488C-AC5E-FE96C3294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7768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192A244-78A9-4604-BCDD-556CB93E5A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F73CD69-B230-40B5-854B-BAF510AB98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4D0D81-1778-4BF4-8CBC-64F8AC3E4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D9977-75FE-47CB-A919-D5BE97635FC5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900F29-684E-43FB-9A7E-5D6B22E45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8EF00C-5C0B-4EF8-A42A-1C60D2FA9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EAD7-B1A5-488C-AC5E-FE96C3294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3611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AC435B4-A44B-4A41-B799-4BD01C99A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410E70-DBC0-456D-BD68-C1B50E2D7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2A63E6-D01E-4E28-932E-A5F517FFFA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D9977-75FE-47CB-A919-D5BE97635FC5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65A5E6-58A4-4490-B183-72AA6FC00B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539AB1-EFF1-45F1-B9BF-C6B61AF897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85EAD7-B1A5-488C-AC5E-FE96C3294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3127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2F244D4-6DD9-440A-8C3E-21F101CE1906}"/>
              </a:ext>
            </a:extLst>
          </p:cNvPr>
          <p:cNvSpPr txBox="1"/>
          <p:nvPr/>
        </p:nvSpPr>
        <p:spPr>
          <a:xfrm>
            <a:off x="5355219" y="615263"/>
            <a:ext cx="120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Local</a:t>
            </a:r>
            <a:r>
              <a:rPr lang="ko-KR" altLang="en-US" dirty="0"/>
              <a:t> </a:t>
            </a:r>
            <a:r>
              <a:rPr lang="en-US" altLang="ko-KR" dirty="0"/>
              <a:t>hub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732724-385C-4129-94A7-E889B1AA6A17}"/>
              </a:ext>
            </a:extLst>
          </p:cNvPr>
          <p:cNvSpPr txBox="1"/>
          <p:nvPr/>
        </p:nvSpPr>
        <p:spPr>
          <a:xfrm>
            <a:off x="1141665" y="254822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관광지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36C425-1AED-4842-93AA-7887B7558054}"/>
              </a:ext>
            </a:extLst>
          </p:cNvPr>
          <p:cNvSpPr txBox="1"/>
          <p:nvPr/>
        </p:nvSpPr>
        <p:spPr>
          <a:xfrm>
            <a:off x="1247464" y="4584447"/>
            <a:ext cx="47115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게시판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주요 기능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&gt; </a:t>
            </a:r>
            <a:r>
              <a:rPr lang="ko-KR" altLang="en-US" dirty="0" err="1"/>
              <a:t>평문</a:t>
            </a:r>
            <a:r>
              <a:rPr lang="ko-KR" altLang="en-US" dirty="0"/>
              <a:t> 비밀번호 </a:t>
            </a:r>
            <a:r>
              <a:rPr lang="en-US" altLang="ko-KR" dirty="0"/>
              <a:t>(</a:t>
            </a:r>
            <a:r>
              <a:rPr lang="ko-KR" altLang="en-US" dirty="0"/>
              <a:t>교육 상 목적으로 보안 </a:t>
            </a:r>
            <a:r>
              <a:rPr lang="en-US" altLang="ko-KR" dirty="0"/>
              <a:t>x)</a:t>
            </a:r>
          </a:p>
          <a:p>
            <a:r>
              <a:rPr lang="en-US" altLang="ko-KR" dirty="0"/>
              <a:t> &gt; </a:t>
            </a:r>
            <a:r>
              <a:rPr lang="ko-KR" altLang="en-US" dirty="0"/>
              <a:t>수정</a:t>
            </a:r>
            <a:r>
              <a:rPr lang="en-US" altLang="ko-KR" dirty="0"/>
              <a:t>/</a:t>
            </a:r>
            <a:r>
              <a:rPr lang="ko-KR" altLang="en-US" dirty="0"/>
              <a:t>게시</a:t>
            </a:r>
            <a:r>
              <a:rPr lang="en-US" altLang="ko-KR" dirty="0"/>
              <a:t>/</a:t>
            </a:r>
            <a:r>
              <a:rPr lang="ko-KR" altLang="en-US" dirty="0"/>
              <a:t>조회 기능 마련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E1E62C-9A6C-4339-9EB8-04A7EA5B2A96}"/>
              </a:ext>
            </a:extLst>
          </p:cNvPr>
          <p:cNvSpPr txBox="1"/>
          <p:nvPr/>
        </p:nvSpPr>
        <p:spPr>
          <a:xfrm>
            <a:off x="8309823" y="6488668"/>
            <a:ext cx="3666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챗봇</a:t>
            </a:r>
            <a:r>
              <a:rPr lang="en-US" altLang="ko-KR" dirty="0"/>
              <a:t>(</a:t>
            </a:r>
            <a:r>
              <a:rPr lang="ko-KR" altLang="en-US" dirty="0" err="1"/>
              <a:t>플로팅</a:t>
            </a:r>
            <a:r>
              <a:rPr lang="ko-KR" altLang="en-US" dirty="0"/>
              <a:t> 버튼</a:t>
            </a:r>
            <a:r>
              <a:rPr lang="en-US" altLang="ko-KR" dirty="0"/>
              <a:t> &gt; </a:t>
            </a:r>
            <a:r>
              <a:rPr lang="ko-KR" altLang="en-US" dirty="0"/>
              <a:t>클릭 시 팝업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8AFD28-6530-4273-9FF1-9AFD6F191B45}"/>
              </a:ext>
            </a:extLst>
          </p:cNvPr>
          <p:cNvSpPr txBox="1"/>
          <p:nvPr/>
        </p:nvSpPr>
        <p:spPr>
          <a:xfrm>
            <a:off x="3794040" y="250206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맛집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99C1EF-9547-4C51-8270-7408FCD2908B}"/>
              </a:ext>
            </a:extLst>
          </p:cNvPr>
          <p:cNvSpPr txBox="1"/>
          <p:nvPr/>
        </p:nvSpPr>
        <p:spPr>
          <a:xfrm>
            <a:off x="6096000" y="2502060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축제</a:t>
            </a:r>
            <a:r>
              <a:rPr lang="en-US" altLang="ko-KR" dirty="0"/>
              <a:t>/</a:t>
            </a:r>
            <a:r>
              <a:rPr lang="ko-KR" altLang="en-US" dirty="0"/>
              <a:t>행사</a:t>
            </a:r>
            <a:endParaRPr lang="en-US" altLang="ko-K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CCA52A-656A-48A6-8233-36DA68DC4D1F}"/>
              </a:ext>
            </a:extLst>
          </p:cNvPr>
          <p:cNvSpPr txBox="1"/>
          <p:nvPr/>
        </p:nvSpPr>
        <p:spPr>
          <a:xfrm>
            <a:off x="5275134" y="126854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지역소개문구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DDB5A2-924D-4971-9638-C6F4D338C783}"/>
              </a:ext>
            </a:extLst>
          </p:cNvPr>
          <p:cNvSpPr txBox="1"/>
          <p:nvPr/>
        </p:nvSpPr>
        <p:spPr>
          <a:xfrm>
            <a:off x="10050684" y="590310"/>
            <a:ext cx="192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번역</a:t>
            </a:r>
            <a:r>
              <a:rPr lang="en-US" altLang="ko-KR" dirty="0"/>
              <a:t>, </a:t>
            </a:r>
            <a:r>
              <a:rPr lang="ko-KR" altLang="en-US" dirty="0"/>
              <a:t>테마</a:t>
            </a:r>
            <a:r>
              <a:rPr lang="en-US" altLang="ko-KR" dirty="0"/>
              <a:t>) </a:t>
            </a:r>
            <a:r>
              <a:rPr lang="ko-KR" altLang="en-US" dirty="0"/>
              <a:t>선택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F0C8E0-0DAF-4FFF-A553-DAA2A7217761}"/>
              </a:ext>
            </a:extLst>
          </p:cNvPr>
          <p:cNvSpPr txBox="1"/>
          <p:nvPr/>
        </p:nvSpPr>
        <p:spPr>
          <a:xfrm>
            <a:off x="5385709" y="35036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[Main</a:t>
            </a:r>
            <a:r>
              <a:rPr lang="ko-KR" altLang="en-US" dirty="0"/>
              <a:t> </a:t>
            </a:r>
            <a:r>
              <a:rPr lang="en-US" altLang="ko-KR" dirty="0"/>
              <a:t>Page]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88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4B9992-C925-40D7-A2F9-A29FEC49E7FA}"/>
              </a:ext>
            </a:extLst>
          </p:cNvPr>
          <p:cNvSpPr txBox="1"/>
          <p:nvPr/>
        </p:nvSpPr>
        <p:spPr>
          <a:xfrm>
            <a:off x="528207" y="673129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관광지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8F3B240-78D8-4106-A216-2D54379247AA}"/>
              </a:ext>
            </a:extLst>
          </p:cNvPr>
          <p:cNvSpPr/>
          <p:nvPr/>
        </p:nvSpPr>
        <p:spPr>
          <a:xfrm>
            <a:off x="613458" y="1319459"/>
            <a:ext cx="2372810" cy="15163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C2384B-D9C3-4A47-AAE8-3173AAB93A24}"/>
              </a:ext>
            </a:extLst>
          </p:cNvPr>
          <p:cNvSpPr txBox="1"/>
          <p:nvPr/>
        </p:nvSpPr>
        <p:spPr>
          <a:xfrm>
            <a:off x="613458" y="3027533"/>
            <a:ext cx="1420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관광지 이름</a:t>
            </a:r>
            <a:endParaRPr lang="en-US" altLang="ko-KR" dirty="0"/>
          </a:p>
          <a:p>
            <a:r>
              <a:rPr lang="ko-KR" altLang="en-US" dirty="0"/>
              <a:t>주소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27DD0-CAB5-408A-86CE-C854AA32F26F}"/>
              </a:ext>
            </a:extLst>
          </p:cNvPr>
          <p:cNvSpPr txBox="1"/>
          <p:nvPr/>
        </p:nvSpPr>
        <p:spPr>
          <a:xfrm>
            <a:off x="799915" y="1511197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이미지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C9FA35-C14B-431B-99F1-4283AB82F353}"/>
              </a:ext>
            </a:extLst>
          </p:cNvPr>
          <p:cNvSpPr/>
          <p:nvPr/>
        </p:nvSpPr>
        <p:spPr>
          <a:xfrm>
            <a:off x="3624805" y="1319460"/>
            <a:ext cx="2372810" cy="15163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47A7E6-3AB1-4ACA-AE37-7FF4E2490F83}"/>
              </a:ext>
            </a:extLst>
          </p:cNvPr>
          <p:cNvSpPr txBox="1"/>
          <p:nvPr/>
        </p:nvSpPr>
        <p:spPr>
          <a:xfrm>
            <a:off x="3811262" y="3126736"/>
            <a:ext cx="1420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관광지 이름</a:t>
            </a:r>
            <a:endParaRPr lang="en-US" altLang="ko-KR" dirty="0"/>
          </a:p>
          <a:p>
            <a:r>
              <a:rPr lang="ko-KR" altLang="en-US" dirty="0"/>
              <a:t>주소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681649-0574-4833-9227-78388FC27E23}"/>
              </a:ext>
            </a:extLst>
          </p:cNvPr>
          <p:cNvSpPr txBox="1"/>
          <p:nvPr/>
        </p:nvSpPr>
        <p:spPr>
          <a:xfrm>
            <a:off x="3811262" y="1511197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이미지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435770-2E4B-4D2E-AE11-FAA6627DAF40}"/>
              </a:ext>
            </a:extLst>
          </p:cNvPr>
          <p:cNvSpPr/>
          <p:nvPr/>
        </p:nvSpPr>
        <p:spPr>
          <a:xfrm>
            <a:off x="6620165" y="1319459"/>
            <a:ext cx="2372810" cy="15163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C29232-CB1E-4AD3-BC96-90038FB3E6F3}"/>
              </a:ext>
            </a:extLst>
          </p:cNvPr>
          <p:cNvSpPr txBox="1"/>
          <p:nvPr/>
        </p:nvSpPr>
        <p:spPr>
          <a:xfrm>
            <a:off x="6806622" y="3126735"/>
            <a:ext cx="1420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관광지 이름</a:t>
            </a:r>
            <a:endParaRPr lang="en-US" altLang="ko-KR" dirty="0"/>
          </a:p>
          <a:p>
            <a:r>
              <a:rPr lang="ko-KR" altLang="en-US" dirty="0"/>
              <a:t>주소</a:t>
            </a:r>
            <a:endParaRPr lang="en-US" altLang="ko-K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8A9AE6-0E5B-4FF0-901A-491D5440D891}"/>
              </a:ext>
            </a:extLst>
          </p:cNvPr>
          <p:cNvSpPr txBox="1"/>
          <p:nvPr/>
        </p:nvSpPr>
        <p:spPr>
          <a:xfrm>
            <a:off x="6806622" y="1511196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이미지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60039A-C6B8-4868-8383-FA388539103D}"/>
              </a:ext>
            </a:extLst>
          </p:cNvPr>
          <p:cNvSpPr txBox="1"/>
          <p:nvPr/>
        </p:nvSpPr>
        <p:spPr>
          <a:xfrm>
            <a:off x="10269381" y="626962"/>
            <a:ext cx="1792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정렬</a:t>
            </a:r>
            <a:r>
              <a:rPr lang="en-US" altLang="ko-KR" dirty="0"/>
              <a:t>(</a:t>
            </a:r>
            <a:r>
              <a:rPr lang="ko-KR" altLang="en-US" dirty="0"/>
              <a:t>기능 구현</a:t>
            </a:r>
            <a:r>
              <a:rPr lang="en-US" altLang="ko-KR" dirty="0"/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8EDF11-A3C8-4676-AED0-7AE6AF827B0D}"/>
              </a:ext>
            </a:extLst>
          </p:cNvPr>
          <p:cNvSpPr txBox="1"/>
          <p:nvPr/>
        </p:nvSpPr>
        <p:spPr>
          <a:xfrm>
            <a:off x="1238496" y="4022205"/>
            <a:ext cx="5386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^ </a:t>
            </a:r>
            <a:r>
              <a:rPr lang="ko-KR" altLang="en-US" dirty="0"/>
              <a:t>눌렀을 때 팝업</a:t>
            </a:r>
            <a:r>
              <a:rPr lang="en-US" altLang="ko-KR" dirty="0"/>
              <a:t> </a:t>
            </a:r>
            <a:r>
              <a:rPr lang="ko-KR" altLang="en-US" dirty="0"/>
              <a:t>형태로 실시간 지도로 위치 표현</a:t>
            </a:r>
            <a:endParaRPr lang="en-US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4AFE38-00D4-4786-8F3C-F953F29D1DF7}"/>
              </a:ext>
            </a:extLst>
          </p:cNvPr>
          <p:cNvSpPr txBox="1"/>
          <p:nvPr/>
        </p:nvSpPr>
        <p:spPr>
          <a:xfrm>
            <a:off x="3991898" y="172257"/>
            <a:ext cx="4208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관광지</a:t>
            </a:r>
            <a:r>
              <a:rPr lang="en-US" altLang="ko-KR" dirty="0"/>
              <a:t>/</a:t>
            </a:r>
            <a:r>
              <a:rPr lang="ko-KR" altLang="en-US" dirty="0"/>
              <a:t>맛집</a:t>
            </a:r>
            <a:r>
              <a:rPr lang="en-US" altLang="ko-KR" dirty="0"/>
              <a:t>/</a:t>
            </a:r>
            <a:r>
              <a:rPr lang="ko-KR" altLang="en-US" dirty="0"/>
              <a:t>축제</a:t>
            </a:r>
            <a:r>
              <a:rPr lang="en-US" altLang="ko-KR" dirty="0"/>
              <a:t>, </a:t>
            </a:r>
            <a:r>
              <a:rPr lang="ko-KR" altLang="en-US" dirty="0"/>
              <a:t>행사 클릭 시 페이지</a:t>
            </a:r>
          </a:p>
        </p:txBody>
      </p:sp>
    </p:spTree>
    <p:extLst>
      <p:ext uri="{BB962C8B-B14F-4D97-AF65-F5344CB8AC3E}">
        <p14:creationId xmlns:p14="http://schemas.microsoft.com/office/powerpoint/2010/main" val="1281332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7D1759A-E418-4865-ADD9-74A0F92891F8}"/>
              </a:ext>
            </a:extLst>
          </p:cNvPr>
          <p:cNvSpPr/>
          <p:nvPr/>
        </p:nvSpPr>
        <p:spPr>
          <a:xfrm>
            <a:off x="1377387" y="1736148"/>
            <a:ext cx="2372810" cy="15163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C0B029-BA11-4A8C-A6A8-FA0242DF2936}"/>
              </a:ext>
            </a:extLst>
          </p:cNvPr>
          <p:cNvSpPr txBox="1"/>
          <p:nvPr/>
        </p:nvSpPr>
        <p:spPr>
          <a:xfrm>
            <a:off x="1377387" y="3444222"/>
            <a:ext cx="1420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관광지 이름</a:t>
            </a:r>
            <a:endParaRPr lang="en-US" altLang="ko-KR" dirty="0"/>
          </a:p>
          <a:p>
            <a:r>
              <a:rPr lang="ko-KR" altLang="en-US" dirty="0"/>
              <a:t>주소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235084-819F-4FCC-B13B-88511141DEF7}"/>
              </a:ext>
            </a:extLst>
          </p:cNvPr>
          <p:cNvSpPr txBox="1"/>
          <p:nvPr/>
        </p:nvSpPr>
        <p:spPr>
          <a:xfrm>
            <a:off x="1563844" y="1927886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이미지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FC13DC4-810A-4D94-9DCA-8AACF0C389A6}"/>
              </a:ext>
            </a:extLst>
          </p:cNvPr>
          <p:cNvSpPr/>
          <p:nvPr/>
        </p:nvSpPr>
        <p:spPr>
          <a:xfrm>
            <a:off x="3936654" y="720384"/>
            <a:ext cx="5568090" cy="50642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231306-7E03-49D9-9592-EF5041D208C6}"/>
              </a:ext>
            </a:extLst>
          </p:cNvPr>
          <p:cNvSpPr txBox="1"/>
          <p:nvPr/>
        </p:nvSpPr>
        <p:spPr>
          <a:xfrm>
            <a:off x="6282117" y="1412982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지도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A9B83EC-67BF-45B1-AEFA-BC2DE6943DB9}"/>
              </a:ext>
            </a:extLst>
          </p:cNvPr>
          <p:cNvSpPr/>
          <p:nvPr/>
        </p:nvSpPr>
        <p:spPr>
          <a:xfrm>
            <a:off x="5772834" y="2797891"/>
            <a:ext cx="646331" cy="646331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087E32-9870-46F4-9249-A3AA04D14F22}"/>
              </a:ext>
            </a:extLst>
          </p:cNvPr>
          <p:cNvSpPr txBox="1"/>
          <p:nvPr/>
        </p:nvSpPr>
        <p:spPr>
          <a:xfrm>
            <a:off x="9206917" y="750248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99600A-219E-4969-A2A7-06E82F79C378}"/>
              </a:ext>
            </a:extLst>
          </p:cNvPr>
          <p:cNvSpPr txBox="1"/>
          <p:nvPr/>
        </p:nvSpPr>
        <p:spPr>
          <a:xfrm>
            <a:off x="3219380" y="219283"/>
            <a:ext cx="5987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관광지</a:t>
            </a:r>
            <a:r>
              <a:rPr lang="en-US" altLang="ko-KR" dirty="0"/>
              <a:t>/</a:t>
            </a:r>
            <a:r>
              <a:rPr lang="ko-KR" altLang="en-US" dirty="0"/>
              <a:t>맛집</a:t>
            </a:r>
            <a:r>
              <a:rPr lang="en-US" altLang="ko-KR" dirty="0"/>
              <a:t>/</a:t>
            </a:r>
            <a:r>
              <a:rPr lang="ko-KR" altLang="en-US" dirty="0"/>
              <a:t>축제</a:t>
            </a:r>
            <a:r>
              <a:rPr lang="en-US" altLang="ko-KR" dirty="0"/>
              <a:t>, </a:t>
            </a:r>
            <a:r>
              <a:rPr lang="ko-KR" altLang="en-US" dirty="0"/>
              <a:t>행사 에서 각 이미지를 클릭하였을 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B0BE84-BC23-4C12-AC32-398BE027D8BE}"/>
              </a:ext>
            </a:extLst>
          </p:cNvPr>
          <p:cNvSpPr txBox="1"/>
          <p:nvPr/>
        </p:nvSpPr>
        <p:spPr>
          <a:xfrm>
            <a:off x="3912076" y="5969209"/>
            <a:ext cx="2520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^ </a:t>
            </a:r>
            <a:r>
              <a:rPr lang="ko-KR" altLang="en-US" dirty="0"/>
              <a:t>팝업 형태 표현 예시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07717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2DC64BA-A6CA-4694-8CF8-F08E6421D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102" y="493166"/>
            <a:ext cx="6782747" cy="46679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BB7AC2-E72A-41A4-A93E-407053969975}"/>
              </a:ext>
            </a:extLst>
          </p:cNvPr>
          <p:cNvSpPr txBox="1"/>
          <p:nvPr/>
        </p:nvSpPr>
        <p:spPr>
          <a:xfrm>
            <a:off x="7573692" y="1327601"/>
            <a:ext cx="22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글쓰기 기능 구현</a:t>
            </a:r>
            <a:endParaRPr lang="en-US" altLang="ko-KR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3129809-A250-4868-9DE4-425A955CE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8107" y="1988400"/>
            <a:ext cx="3609429" cy="213147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92BFE42-D380-4C77-B466-1A25A8B5333A}"/>
              </a:ext>
            </a:extLst>
          </p:cNvPr>
          <p:cNvSpPr txBox="1"/>
          <p:nvPr/>
        </p:nvSpPr>
        <p:spPr>
          <a:xfrm>
            <a:off x="3991898" y="172257"/>
            <a:ext cx="427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Main page</a:t>
            </a:r>
            <a:r>
              <a:rPr lang="ko-KR" altLang="en-US" dirty="0"/>
              <a:t>에서 </a:t>
            </a:r>
            <a:r>
              <a:rPr lang="en-US" altLang="ko-KR" dirty="0"/>
              <a:t>‘</a:t>
            </a:r>
            <a:r>
              <a:rPr lang="ko-KR" altLang="en-US" dirty="0"/>
              <a:t>게시판</a:t>
            </a:r>
            <a:r>
              <a:rPr lang="en-US" altLang="ko-KR" dirty="0"/>
              <a:t>‘ </a:t>
            </a:r>
            <a:r>
              <a:rPr lang="ko-KR" altLang="en-US" dirty="0"/>
              <a:t>클릭 시 페이지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74B9E4-31D6-44C6-9C6E-186A725D41B6}"/>
              </a:ext>
            </a:extLst>
          </p:cNvPr>
          <p:cNvSpPr txBox="1"/>
          <p:nvPr/>
        </p:nvSpPr>
        <p:spPr>
          <a:xfrm>
            <a:off x="8270991" y="4042008"/>
            <a:ext cx="3063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^ </a:t>
            </a:r>
            <a:r>
              <a:rPr lang="ko-KR" altLang="en-US" dirty="0"/>
              <a:t>글쓰기 클릭 시 나올 화면</a:t>
            </a:r>
          </a:p>
        </p:txBody>
      </p:sp>
    </p:spTree>
    <p:extLst>
      <p:ext uri="{BB962C8B-B14F-4D97-AF65-F5344CB8AC3E}">
        <p14:creationId xmlns:p14="http://schemas.microsoft.com/office/powerpoint/2010/main" val="751248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F45963E-985E-492E-8D66-19BA3528B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71" y="944847"/>
            <a:ext cx="6868484" cy="46202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8AE60F-771D-49EF-B2A4-FBCE95A1B4ED}"/>
              </a:ext>
            </a:extLst>
          </p:cNvPr>
          <p:cNvSpPr txBox="1"/>
          <p:nvPr/>
        </p:nvSpPr>
        <p:spPr>
          <a:xfrm>
            <a:off x="6912991" y="3039375"/>
            <a:ext cx="52790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기존 게시물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수정</a:t>
            </a:r>
            <a:r>
              <a:rPr lang="en-US" altLang="ko-KR" dirty="0"/>
              <a:t>/</a:t>
            </a:r>
            <a:r>
              <a:rPr lang="ko-KR" altLang="en-US" dirty="0"/>
              <a:t>삭제 접근 시 비밀번호 </a:t>
            </a:r>
            <a:r>
              <a:rPr lang="en-US" altLang="ko-KR" dirty="0"/>
              <a:t>(</a:t>
            </a:r>
            <a:r>
              <a:rPr lang="ko-KR" altLang="en-US" dirty="0" err="1"/>
              <a:t>평문</a:t>
            </a:r>
            <a:r>
              <a:rPr lang="ko-KR" altLang="en-US" dirty="0"/>
              <a:t> 대조</a:t>
            </a:r>
            <a:r>
              <a:rPr lang="en-US" altLang="ko-KR" dirty="0"/>
              <a:t>, </a:t>
            </a:r>
            <a:r>
              <a:rPr lang="ko-KR" altLang="en-US" dirty="0"/>
              <a:t>보안</a:t>
            </a:r>
            <a:r>
              <a:rPr lang="en-US" altLang="ko-KR" dirty="0"/>
              <a:t>x)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787E48C-C8EA-420D-9C00-CED4BC8A6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402" y="3685706"/>
            <a:ext cx="3740185" cy="22086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8017F1-33F6-44B4-A49F-8752589F57A3}"/>
              </a:ext>
            </a:extLst>
          </p:cNvPr>
          <p:cNvSpPr txBox="1"/>
          <p:nvPr/>
        </p:nvSpPr>
        <p:spPr>
          <a:xfrm>
            <a:off x="7985940" y="5894395"/>
            <a:ext cx="28328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^ </a:t>
            </a:r>
            <a:r>
              <a:rPr lang="ko-KR" altLang="en-US" dirty="0"/>
              <a:t>수정 클릭 시 나올 화면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글쓰기 화면과 상동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7399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B0914D1-4A82-4AF0-B92E-BCEA6AE6D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703" y="1582989"/>
            <a:ext cx="6620799" cy="38772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CF539E-35BF-4A9E-A7B2-620600899BDE}"/>
              </a:ext>
            </a:extLst>
          </p:cNvPr>
          <p:cNvSpPr txBox="1"/>
          <p:nvPr/>
        </p:nvSpPr>
        <p:spPr>
          <a:xfrm>
            <a:off x="1910083" y="4277865"/>
            <a:ext cx="1664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^ </a:t>
            </a:r>
            <a:r>
              <a:rPr lang="ko-KR" altLang="en-US" dirty="0" err="1"/>
              <a:t>챗봇</a:t>
            </a:r>
            <a:r>
              <a:rPr lang="ko-KR" altLang="en-US" dirty="0"/>
              <a:t> 아이콘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ECB167-AAA7-4A81-94B8-7E4756F0B419}"/>
              </a:ext>
            </a:extLst>
          </p:cNvPr>
          <p:cNvSpPr txBox="1"/>
          <p:nvPr/>
        </p:nvSpPr>
        <p:spPr>
          <a:xfrm>
            <a:off x="1766104" y="4730535"/>
            <a:ext cx="50282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메인화면</a:t>
            </a:r>
            <a:r>
              <a:rPr lang="en-US" altLang="ko-KR" dirty="0"/>
              <a:t>, </a:t>
            </a:r>
            <a:r>
              <a:rPr lang="ko-KR" altLang="en-US" dirty="0"/>
              <a:t>게시판</a:t>
            </a:r>
            <a:r>
              <a:rPr lang="en-US" altLang="ko-KR" dirty="0"/>
              <a:t>, </a:t>
            </a:r>
            <a:r>
              <a:rPr lang="ko-KR" altLang="en-US" dirty="0"/>
              <a:t>각 정보 검색 시 상시 노출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AF6357-D032-4E03-8A41-69B925BEBE37}"/>
              </a:ext>
            </a:extLst>
          </p:cNvPr>
          <p:cNvSpPr txBox="1"/>
          <p:nvPr/>
        </p:nvSpPr>
        <p:spPr>
          <a:xfrm>
            <a:off x="5664362" y="5543543"/>
            <a:ext cx="45097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^ </a:t>
            </a:r>
            <a:r>
              <a:rPr lang="ko-KR" altLang="en-US" dirty="0"/>
              <a:t>아이콘 클릭 시 전환</a:t>
            </a:r>
            <a:endParaRPr lang="en-US" altLang="ko-KR" dirty="0"/>
          </a:p>
          <a:p>
            <a:r>
              <a:rPr lang="en-US" altLang="ko-KR" dirty="0"/>
              <a:t> (</a:t>
            </a:r>
            <a:r>
              <a:rPr lang="ko-KR" altLang="en-US" dirty="0"/>
              <a:t>웹에선 작게 펼치기</a:t>
            </a:r>
            <a:r>
              <a:rPr lang="en-US" altLang="ko-KR" dirty="0"/>
              <a:t>, </a:t>
            </a:r>
            <a:r>
              <a:rPr lang="ko-KR" altLang="en-US" dirty="0"/>
              <a:t>모바일에선 전체로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DA2D83-4F33-437B-B4F9-78F6D88859FE}"/>
              </a:ext>
            </a:extLst>
          </p:cNvPr>
          <p:cNvSpPr txBox="1"/>
          <p:nvPr/>
        </p:nvSpPr>
        <p:spPr>
          <a:xfrm>
            <a:off x="4906251" y="48346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챗봇</a:t>
            </a:r>
            <a:r>
              <a:rPr lang="ko-KR" altLang="en-US" dirty="0"/>
              <a:t> 관리</a:t>
            </a:r>
          </a:p>
        </p:txBody>
      </p:sp>
    </p:spTree>
    <p:extLst>
      <p:ext uri="{BB962C8B-B14F-4D97-AF65-F5344CB8AC3E}">
        <p14:creationId xmlns:p14="http://schemas.microsoft.com/office/powerpoint/2010/main" val="4115544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185</Words>
  <Application>Microsoft Office PowerPoint</Application>
  <PresentationFormat>와이드스크린</PresentationFormat>
  <Paragraphs>44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SSAFY</dc:creator>
  <cp:lastModifiedBy>SSAFY</cp:lastModifiedBy>
  <cp:revision>5</cp:revision>
  <dcterms:created xsi:type="dcterms:W3CDTF">2026-07-14T03:14:37Z</dcterms:created>
  <dcterms:modified xsi:type="dcterms:W3CDTF">2026-07-14T05:52:40Z</dcterms:modified>
</cp:coreProperties>
</file>